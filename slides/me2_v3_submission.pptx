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ME2 — Voice Controlled Smart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566928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Always-on keyword + intent recognition at the edge · no cloud round-trip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96112"/>
            <a:ext cx="11430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2 October 2026 · J. Lagana + AI231 ME2 group · Model · Dataset · Training on A100 · Validation on RPi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481328"/>
            <a:ext cx="5532120" cy="310896"/>
          </a:xfrm>
          <a:prstGeom prst="roundRect">
            <a:avLst/>
          </a:prstGeom>
          <a:solidFill>
            <a:srgbClr val="E8F0FA"/>
          </a:solidFill>
          <a:ln w="19050">
            <a:solidFill>
              <a:srgbClr val="2E5B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50" b="1">
                <a:solidFill>
                  <a:srgbClr val="2E5B9F"/>
                </a:solidFill>
              </a:rPr>
              <a:t>Mic  </a:t>
            </a:r>
            <a:r>
              <a:rPr sz="1050">
                <a:solidFill>
                  <a:srgbClr val="1A1A1A"/>
                </a:solidFill>
              </a:rPr>
              <a:t>16 kHz → log-mel 80 × 150  (3.0 s, 20 ms hop)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828800"/>
            <a:ext cx="5532120" cy="347472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3E8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50" b="1">
                <a:solidFill>
                  <a:srgbClr val="3E8E5B"/>
                </a:solidFill>
              </a:rPr>
              <a:t>Encoder  </a:t>
            </a:r>
            <a:r>
              <a:rPr sz="1050">
                <a:solidFill>
                  <a:srgbClr val="1A1A1A"/>
                </a:solidFill>
              </a:rPr>
              <a:t>BC-ResNet scale=2 · 30,134 params · fixed 3.0 s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231136"/>
            <a:ext cx="2724912" cy="292608"/>
          </a:xfrm>
          <a:prstGeom prst="roundRect">
            <a:avLst/>
          </a:prstGeom>
          <a:solidFill>
            <a:srgbClr val="FAF0DE"/>
          </a:solidFill>
          <a:ln w="1905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C88A2E"/>
                </a:solidFill>
              </a:rPr>
              <a:t>Intent head  </a:t>
            </a:r>
            <a:r>
              <a:rPr sz="1000">
                <a:solidFill>
                  <a:srgbClr val="1A1A1A"/>
                </a:solidFill>
              </a:rPr>
              <a:t>20 classes  (19 intents + OUT_OF_SCOPE)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91256" y="2231136"/>
            <a:ext cx="2724912" cy="292608"/>
          </a:xfrm>
          <a:prstGeom prst="roundRect">
            <a:avLst/>
          </a:prstGeom>
          <a:solidFill>
            <a:srgbClr val="FAF0DE"/>
          </a:solidFill>
          <a:ln w="1905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C88A2E"/>
                </a:solidFill>
              </a:rPr>
              <a:t>Slot head  </a:t>
            </a:r>
            <a:r>
              <a:rPr sz="1000">
                <a:solidFill>
                  <a:srgbClr val="1A1A1A"/>
                </a:solidFill>
              </a:rPr>
              <a:t>6 heads × 18 values  (3 each)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0"/>
            <a:ext cx="2724912" cy="292608"/>
          </a:xfrm>
          <a:prstGeom prst="roundRect">
            <a:avLst/>
          </a:prstGeom>
          <a:solidFill>
            <a:srgbClr val="EFE9F6"/>
          </a:solidFill>
          <a:ln w="19050">
            <a:solidFill>
              <a:srgbClr val="7A5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7A5CA8"/>
                </a:solidFill>
              </a:rPr>
              <a:t>Actuator  </a:t>
            </a:r>
            <a:r>
              <a:rPr sz="1000">
                <a:solidFill>
                  <a:srgbClr val="1A1A1A"/>
                </a:solidFill>
              </a:rPr>
              <a:t>ONNX Runtime  (CPU)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91256" y="2560320"/>
            <a:ext cx="2724912" cy="292608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3E8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3E8E5B"/>
                </a:solidFill>
              </a:rPr>
              <a:t>Raspberry Pi 4  </a:t>
            </a:r>
            <a:r>
              <a:rPr sz="1000">
                <a:solidFill>
                  <a:srgbClr val="1A1A1A"/>
                </a:solidFill>
              </a:rPr>
              <a:t>4B · 4 GB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2926080"/>
          <a:ext cx="553212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461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Parameters / weights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30,134 params · 172 KB ONNX (opset 17)  + wake ONNX, shared 80-mel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3584448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Validation on the Raspberry Pi 4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84048" y="3877056"/>
          <a:ext cx="55321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4612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Command acc (holdout / test)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0.9455 / 0.9293  (holdout one-shot, 186 clips)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Slot acc (holdout / test)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0.9722 / 0.9748  (slotted clips)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OOS reject (holdout / test)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11/16 (0.688) / 34/76 (0.447)  · wake gate + 0.50 conf gate in front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Latency p95 / RTF (Pi 4B)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92 ms / RTF 0.030  (onnxruntime CPU, 172 KB ONNX)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1188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Dataset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1481328"/>
          <a:ext cx="55321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794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HF airimonda/ai231-me2-voice-commands (rev 6947f130) · master Gold Dataset, 10 sources (real + synthetic)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Hours / utts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81,768 clips · train 10,733 / test 4,443 / holdout 202 · ≈25–30 h audio (est.)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Speakers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speaker-disjoint splits · ∅ overlap verified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20 intents (19 + OUT_OF_SCOPE) · 18 slot values / 6 heads · 93 phrase variations (Option B)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411480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Training on the A100 cluster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355080" y="4407408"/>
          <a:ext cx="5532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7947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1× NVIDIA A100 · node n003 (COE HPC)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class-weighted CE (command, 20c) + 1.0·CE (slot, 6×3) — softmax classifier (no CTC/attn)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AdamW  lr 1e-3 · wd 1e-4 · cosine (eta_min 1e-5) over total steps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Steps / loss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336 steps/epoch × 200 = 67.2k steps · final loss 0.206 (cmd 0.179 + slot 0.026) · best-cmd epoch 142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84048" y="6455664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5555"/>
                </a:solidFill>
                <a:latin typeface="Calibri"/>
              </a:rPr>
              <a:t>Architecture note: fixed-window BC-ResNet KWS (two ONNX: wake + command/slot, shared 80-mel) — not a streaming / KV-cache encoder. Amber = pending (post-training).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To Be Submitted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859536"/>
            <a:ext cx="11430000" cy="45720"/>
          </a:xfrm>
          <a:prstGeom prst="rect">
            <a:avLst/>
          </a:prstGeom>
          <a:solidFill>
            <a:srgbClr val="7AB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84048" y="1042415"/>
          <a:ext cx="114300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3210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GitHub repository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github.com/jblagana/ai231-me2-v3 — public, MIT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Dataset location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HF airimonda/ai231-me2-voice-commands (Zenodo DOI) + Drive ai231-me2-gold-dataset · per-source licenses; Xela VCM DOI 10.48804/IEKKVZ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A100 cluster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node n003 · 1× A100 · wall-clock ~47 min (200 epochs, 67.2k steps) · seed 20261002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Model weights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me2_vcm_v3.onnx (172 KB, opset 17) · deployed live on Pi (~/me2) · MIT · released separately per repo .gitignore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84048" y="33101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the reviewer will look for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3639312"/>
          <a:ext cx="114300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81381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Repo public, one-command reproduction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7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Dataset licensed and citable (DOI)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7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Training logs + final model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E79"/>
                          </a:solidFill>
                          <a:latin typeface="Calibri"/>
                        </a:rPr>
                        <a:t>released separately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Pi 4 latency reproduced by the posted script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7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Held-out test set, unseen speakers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7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Baseline of comparable size compared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7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Appendix — filling the pending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6868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Amber fields on slides 1–2 are filled post-training, in this order: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1.  tools/manifest_stats.py        →  dataset Hours / Speakers   (HPC, data/manifests/)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46504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2.  runs/v3r1/results.json         →  Steps / loss, Keyword + intent acc, False-accept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671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3.  Pi live benchmark (vcm-benchmark) →  Latency p95 / RTF / runtime threads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8775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4.  tools/export_onnx.py --verify  →  ONNX + model-weights release 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0837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5.  edit slides_data.json, then:    python scripts/build_slides.py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6.  update SUBMISSION.md statuses   →  commit →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3986784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Data &amp; citations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5254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Dataset: HF airimonda/ai231-me2-voice-commands (default config; per-source licenses; research + education)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1830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Multi-Sensor Voice Command (Xela Ubalde): CC BY 4.0, DOI 10.48804/IEKKVZ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8406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Live harness: github.com/airimonda/vcm-benchmark        Code: github.com/jblagana/ai231-me2-v3 (MIT)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